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leadership team. Set context: this is the outcome of a one-month discovery engagement. The goal is to present a fully validated approach, not a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problem concretely. If challenged, give a real example: 'In our current state, a designer and a developer can both be working on a button component simultaneously with no awareness of each other.'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solution. Walk through the flow left to right. Emphasize: developer workflow does NOT change. Designer workflow does NOT change. The automation happens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Token Studio: 'We evaluated three options. Custom scripts require ongoing internal maintenance. Supernova is a paid SaaS with more infrastructure than we need. Token Studio is open-source, widely adopted in the design-systems community, and the GitHub integration is well-documented.'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this is self-contained. The DevOps team only needs a 30-minute review to confirm secret storage (Figma token, Token Studio API key) meets security standards. It does not modify the deployment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questions most likely to come up in the room. Have your full articulate answers ready — refer to the preparation document for the complete word-for-word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Proactively showing you've thought about risks builds credibility with leadership. The rollback story is important: 'Nothing we're doing is destructive. We can revert at any time without breaking the build or deployment.'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pilot-before-scale approach. 'We're not asking for permission to rebuild the entire design system overnight. We're asking to prove it works on 15 components first.'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ROI in dollar terms: 'We haven't quantified it in dollars yet, but we can. If a single component rework cycle takes 3 days of designer time, and we have 50 components this year, eliminating even half of that is meaningful. We can baseline and calculate after the pilot.'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You've done a month of discovery. You've anticipated every question. You're asking for a small, bounded pilot — not a full commitment. That's a very reasonable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474720"/>
            <a:ext cx="2743200" cy="2743200"/>
          </a:xfrm>
          <a:prstGeom prst="ellipse">
            <a:avLst/>
          </a:prstGeom>
          <a:solidFill>
            <a:srgbClr val="2E3F8F">
              <a:alpha val="30000"/>
            </a:srgbClr>
          </a:solidFill>
          <a:ln w="12700">
            <a:solidFill>
              <a:srgbClr val="2E3F8F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02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C3F7"/>
                </a:solidFill>
              </a:rPr>
              <a:t>AMTRAK LEADERSHIP PRESENTATION  · 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→ Figma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Design-Dev Sync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108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Automating the bridge between code and 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using Storybook · Token Studio · GitHub Actions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64008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685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C3F7"/>
                </a:solidFill>
              </a:rPr>
              <a:t>1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995160" y="822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Source of Truth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(Code)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205740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1031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C3F7"/>
                </a:solidFill>
              </a:rPr>
              <a:t>3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69951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Integrated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347472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520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C3F7"/>
                </a:solidFill>
              </a:rPr>
              <a:t>~0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99516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Manual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 Devs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THE PROBLEM WE'RE SOLVING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are being built twice.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DB5"/>
                </a:solidFill>
              </a:rPr>
              <a:t>Once in Angular code. Once in Figma. Independently. With no automatic sync between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Design Rework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DB5"/>
                </a:solidFill>
              </a:rPr>
              <a:t>Designers rebuild components from scratch that devs have already built — with wrong colors, spacing, and typography.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2860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23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Slow Handoff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3246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DB5"/>
                </a:solidFill>
              </a:rPr>
              <a:t>Days or weeks pass between a dev completing a component and a designer knowing it exists.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2860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231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Review Loops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6480" y="3246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DB5"/>
                </a:solidFill>
              </a:rPr>
              <a:t>Mismatch between code and Figma triggers back-and-forth review cycles that delay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code the single source of truth.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Figma follow automatically.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463040" cy="1463040"/>
          </a:xfrm>
          <a:prstGeom prst="ellipse">
            <a:avLst/>
          </a:prstGeom>
          <a:solidFill>
            <a:srgbClr val="2E3F8F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Developer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pushes code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423160"/>
            <a:ext cx="320040" cy="320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48840" y="1828800"/>
            <a:ext cx="1463040" cy="1463040"/>
          </a:xfrm>
          <a:prstGeom prst="ellipse">
            <a:avLst/>
          </a:prstGeom>
          <a:solidFill>
            <a:srgbClr val="2E3F8F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1488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5740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GitHub 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validates &amp; builds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423160"/>
            <a:ext cx="320040" cy="3200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023360" y="1828800"/>
            <a:ext cx="1463040" cy="1463040"/>
          </a:xfrm>
          <a:prstGeom prst="ellipse">
            <a:avLst/>
          </a:prstGeom>
          <a:solidFill>
            <a:srgbClr val="2E3F8F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14884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3192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Token Studio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syncs tokens</a:t>
            </a:r>
            <a:endParaRPr lang="en-US" sz="10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423160"/>
            <a:ext cx="320040" cy="32004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897880" y="1828800"/>
            <a:ext cx="1463040" cy="1463040"/>
          </a:xfrm>
          <a:prstGeom prst="ellipse">
            <a:avLst/>
          </a:prstGeom>
          <a:solidFill>
            <a:srgbClr val="2E3F8F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14884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80644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Figma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updated</a:t>
            </a:r>
            <a:endParaRPr lang="en-US" sz="10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2423160"/>
            <a:ext cx="320040" cy="32004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772400" y="1828800"/>
            <a:ext cx="1463040" cy="1463040"/>
          </a:xfrm>
          <a:prstGeom prst="ellipse">
            <a:avLst/>
          </a:prstGeom>
          <a:solidFill>
            <a:srgbClr val="2E3F8F"/>
          </a:solidFill>
          <a:ln w="25400">
            <a:solidFill>
              <a:srgbClr val="4FC3F7"/>
            </a:solidFill>
            <a:prstDash val="solid"/>
          </a:ln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2148840"/>
            <a:ext cx="457200" cy="4572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68096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Designer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notified</a:t>
            </a:r>
            <a:endParaRPr lang="en-US" sz="1000" dirty="0"/>
          </a:p>
        </p:txBody>
      </p:sp>
      <p:sp>
        <p:nvSpPr>
          <p:cNvPr id="23" name="Shape 12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E3F8F"/>
          </a:solidFill>
          <a:ln/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325112"/>
            <a:ext cx="365760" cy="36576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097280" y="4251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Storybook acts as always-on documentation — designers reference component specs, states, and tokens visually without reading code.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TOOLS &amp; TECHNOLOGY — AND WHY THESE SPECIFICALLY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4592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Storybook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C3F7"/>
                </a:solidFill>
              </a:rPr>
              <a:t>COMPONENT DOCUMENTATION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DB5"/>
                </a:solidFill>
              </a:rPr>
              <a:t>Visual, interactive component library. Designers browse states, tokens, and behavior without reading any code. Always in sync with the latest build.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515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2E3F8F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1645920"/>
            <a:ext cx="2743200" cy="411480"/>
          </a:xfrm>
          <a:prstGeom prst="rect">
            <a:avLst/>
          </a:prstGeom>
          <a:solidFill>
            <a:srgbClr val="2E3F8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7043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Token Studio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9476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C3F7"/>
                </a:solidFill>
              </a:rPr>
              <a:t>DESIGN TOKEN BRIDGE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337560" y="21488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DB5"/>
                </a:solidFill>
              </a:rPr>
              <a:t>Open-source Figma plugin. Bidirectional sync between code tokens and Figma variables. Evaluated vs. Supernova (expensive) and custom scripts (maintenance cost).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80760" y="105156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0515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D1B5E"/>
          </a:solidFill>
          <a:ln/>
        </p:spPr>
      </p:sp>
      <p:sp>
        <p:nvSpPr>
          <p:cNvPr id="20" name="Shape 16"/>
          <p:cNvSpPr/>
          <p:nvPr/>
        </p:nvSpPr>
        <p:spPr>
          <a:xfrm>
            <a:off x="6080760" y="1645920"/>
            <a:ext cx="2743200" cy="411480"/>
          </a:xfrm>
          <a:prstGeom prst="rect">
            <a:avLst/>
          </a:prstGeom>
          <a:solidFill>
            <a:srgbClr val="0D1B5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7043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67512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C3F7"/>
                </a:solidFill>
              </a:rPr>
              <a:t>AUTOMATION WORKFLOW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217920" y="21488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DB5"/>
                </a:solidFill>
              </a:rPr>
              <a:t>Triggers on every successful build. Validates token schema. Pushes to Figma. Fires Slack notification. No DevOps dependency — self-contained in existing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HOW THE AUTOMATION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GitHub Actions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600200" cy="3566160"/>
          </a:xfrm>
          <a:prstGeom prst="roundRect">
            <a:avLst>
              <a:gd name="adj" fmla="val 5714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01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8308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 pushes code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3192" y="288036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Developer commits Angular component to main branch — no extra steps required from them.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39112" y="1188720"/>
            <a:ext cx="1600200" cy="3566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39112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02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78308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12264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triggered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12264" y="288036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GitHub Actions runs the Angular build. If build fails, the workflow stops. Nothing reaches Figma.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58184" y="1188720"/>
            <a:ext cx="1600200" cy="3566160"/>
          </a:xfrm>
          <a:prstGeom prst="roundRect">
            <a:avLst>
              <a:gd name="adj" fmla="val 5714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758184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03</a:t>
            </a:r>
            <a:endParaRPr lang="en-US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78308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31336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 validation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31336" y="288036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Extracted tokens are validated against a W3C schema. Malformed or incomplete tokens fail the job and alert the dev.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77256" y="1188720"/>
            <a:ext cx="1600200" cy="3566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477256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04</a:t>
            </a:r>
            <a:endParaRPr lang="en-US" sz="2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78308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0408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 to Figma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550408" y="288036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Validated tokens are pushed to Figma via Token Studio API using a securely stored access token.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196328" y="1188720"/>
            <a:ext cx="1600200" cy="3566160"/>
          </a:xfrm>
          <a:prstGeom prst="roundRect">
            <a:avLst>
              <a:gd name="adj" fmla="val 5714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196328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05</a:t>
            </a:r>
            <a:endParaRPr lang="en-US" sz="2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78308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notified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269480" y="288036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A Slack message fires to #design-system-updates with the component name, author, and a direct Storybook link.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QUESTIONS WE ANTICIPATED — AND ANSWERED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43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What if designer changes conflict with what dev pushed?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161848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Code is the source of truth. Designer changes in Figma are proposals — raised as a design system request, reviewed, and then the developer updates the code which re-syncs to Figma. Figma never overwrites code values automatically.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546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Who owns this process — Design or Engineering?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" y="358444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Engineering owns the source of truth. Design owns how tokens are applied in Figma. Governance sits with a shared working group (lead designer + lead developer) who define the token ownership policy in week one.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0916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1143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What if Token Studio breaks or sync fails?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846320" y="161848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Every push is logged. Failures are visible in the GitHub Actions run history and trigger a Slack alert immediately. Designers are never blocked — Storybook is always live as a fallback reference.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5468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Does this need DevOps involvement?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46320" y="358444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Minimal. One 30-minute security review to confirm GitHub secrets storage (Figma token, Token Studio API key) meets our standards. The workflow is self-contained and does not modify the deployment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RISKS &amp; MITIGATIONS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We've thought about what can go wrong.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E3F8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075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Designer adoption of Storybook is low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35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13075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60-min onboarding session + one-page quick-reference guide. Storybook has a visual UI — no code reading required.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762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E3F8F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2450592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24942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Token Studio outage / plugin deprecated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774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22494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Storybook remains a live fallback. Token Studio is open-source — worst case, we fork or replace the push step with a custom script.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118104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E3F8F"/>
          </a:solidFill>
          <a:ln/>
        </p:spPr>
      </p:sp>
      <p:sp>
        <p:nvSpPr>
          <p:cNvPr id="15" name="Shape 11"/>
          <p:cNvSpPr/>
          <p:nvPr/>
        </p:nvSpPr>
        <p:spPr>
          <a:xfrm>
            <a:off x="502920" y="3392424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319125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Scale issues with full component library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3192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0600" y="319125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Pilot on 10–15 components in first 60 days. Catch scale issues early before rolling out to full system.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4059936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E3F8F"/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" y="4334256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41330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Component variants not auto-created in Figma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26110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00600" y="41330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Token values sync. Designers still manually apply tokens to variants. Scoped correctly for this phase — variant automation is a phase-2 consideration.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4800600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21792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103120" y="4800600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359152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Low risk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ROLLOUT PLAN — 90 DAYS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9164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Days 1–30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627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DevOps security review (30 min)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09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GitHub Actions workflow build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4553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30906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Token Studio config + Figma variable setup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301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5753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Slack notification integration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520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Pilot: 10–15 components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200400" y="105156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200400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2E3F8F"/>
          </a:solidFill>
          <a:ln/>
        </p:spPr>
      </p:sp>
      <p:sp>
        <p:nvSpPr>
          <p:cNvPr id="22" name="Shape 15"/>
          <p:cNvSpPr/>
          <p:nvPr/>
        </p:nvSpPr>
        <p:spPr>
          <a:xfrm>
            <a:off x="3200400" y="1691640"/>
            <a:ext cx="2743200" cy="411480"/>
          </a:xfrm>
          <a:prstGeom prst="rect">
            <a:avLst/>
          </a:prstGeom>
          <a:solidFill>
            <a:srgbClr val="2E3F8F"/>
          </a:solidFill>
          <a:ln/>
        </p:spPr>
      </p:sp>
      <p:sp>
        <p:nvSpPr>
          <p:cNvPr id="23" name="Text 16"/>
          <p:cNvSpPr/>
          <p:nvPr/>
        </p:nvSpPr>
        <p:spPr>
          <a:xfrm>
            <a:off x="333756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</a:rPr>
              <a:t>Phase 2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33756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&amp; Onboard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337560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Days 31–60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2176272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11880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Designer onboarding session (60 min)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660904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11880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Quick-reference guide published</a:t>
            </a:r>
            <a:endParaRPr lang="en-US" sz="10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145536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11880" y="30906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Baseline metrics captured</a:t>
            </a:r>
            <a:endParaRPr lang="en-US" sz="10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630168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611880" y="35753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Pilot feedback loop with design team</a:t>
            </a:r>
            <a:endParaRPr lang="en-US" sz="10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4114800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11880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Fix issues before scale</a:t>
            </a:r>
            <a:endParaRPr lang="en-US" sz="1050" dirty="0"/>
          </a:p>
        </p:txBody>
      </p:sp>
      <p:sp>
        <p:nvSpPr>
          <p:cNvPr id="36" name="Shape 24"/>
          <p:cNvSpPr/>
          <p:nvPr/>
        </p:nvSpPr>
        <p:spPr>
          <a:xfrm>
            <a:off x="6080760" y="105156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080760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D1B5E"/>
          </a:solidFill>
          <a:ln/>
        </p:spPr>
      </p:sp>
      <p:sp>
        <p:nvSpPr>
          <p:cNvPr id="38" name="Shape 26"/>
          <p:cNvSpPr/>
          <p:nvPr/>
        </p:nvSpPr>
        <p:spPr>
          <a:xfrm>
            <a:off x="6080760" y="1691640"/>
            <a:ext cx="2743200" cy="41148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9" name="Text 27"/>
          <p:cNvSpPr/>
          <p:nvPr/>
        </p:nvSpPr>
        <p:spPr>
          <a:xfrm>
            <a:off x="621792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</a:rPr>
              <a:t>Phase 3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621792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Measure</a:t>
            </a:r>
            <a:endParaRPr lang="en-US" sz="1600" dirty="0"/>
          </a:p>
        </p:txBody>
      </p:sp>
      <p:sp>
        <p:nvSpPr>
          <p:cNvPr id="41" name="Text 29"/>
          <p:cNvSpPr/>
          <p:nvPr/>
        </p:nvSpPr>
        <p:spPr>
          <a:xfrm>
            <a:off x="6217920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Days 61–90</a:t>
            </a:r>
            <a:endParaRPr lang="en-US" sz="9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2176272"/>
            <a:ext cx="201168" cy="20116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492240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Roll out to full component library</a:t>
            </a:r>
            <a:endParaRPr lang="en-US" sz="105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2660904"/>
            <a:ext cx="201168" cy="20116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492240" y="2606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Review: revision cycles reduced?</a:t>
            </a:r>
            <a:endParaRPr lang="en-US" sz="105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0" y="3145536"/>
            <a:ext cx="201168" cy="201168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6492240" y="30906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Review: Storybook designer usage?</a:t>
            </a:r>
            <a:endParaRPr lang="en-US" sz="105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3630168"/>
            <a:ext cx="201168" cy="201168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492240" y="35753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Review: time-to-handoff improved?</a:t>
            </a:r>
            <a:endParaRPr lang="en-US" sz="105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4114800"/>
            <a:ext cx="201168" cy="201168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492240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DB5"/>
                </a:solidFill>
              </a:rPr>
              <a:t>Document learnings for leadership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HOW WE MEASURE SUCCESS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metrics. Baselined in month one. Reviewed at 90 days.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 Revision Cycles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487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C3F7"/>
                </a:solidFill>
              </a:rPr>
              <a:t>WHAT WE MEASURE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2715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How often a designer redesigns something that already exists in code.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456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896"/>
                </a:solidFill>
              </a:rPr>
              <a:t>TARGET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36758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Significant reduction by day 90 as designers check Storybook before designing.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23444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3375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Time-to-Handoff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487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C3F7"/>
                </a:solidFill>
              </a:rPr>
              <a:t>WHAT WE MEASURE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337560" y="2715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Time between a dev completing a component and a designer having its tokens in Figma.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37560" y="3456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896"/>
                </a:solidFill>
              </a:rPr>
              <a:t>TARGET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337560" y="36758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Near real-time after implementation vs. days or weeks today.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80760" y="123444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4380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03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21792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Storybook Designer Usage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17920" y="2487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C3F7"/>
                </a:solidFill>
              </a:rPr>
              <a:t>WHAT WE MEASURE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217920" y="2715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Are designers actually visiting component documentation before creating designs?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217920" y="3456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896"/>
                </a:solidFill>
              </a:rPr>
              <a:t>TARGET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217920" y="36758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</a:rPr>
              <a:t>Tracked via Storybook analytics. Rising usage = feedback loop is working.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3200400"/>
            <a:ext cx="3200400" cy="3200400"/>
          </a:xfrm>
          <a:prstGeom prst="ellipse">
            <a:avLst/>
          </a:prstGeom>
          <a:solidFill>
            <a:srgbClr val="2E3F8F">
              <a:alpha val="30000"/>
            </a:srgbClr>
          </a:solidFill>
          <a:ln w="12700">
            <a:solidFill>
              <a:srgbClr val="2E3F8F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This isn't just a tool integration.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It's a workflow that respects how both designers and developers work today — and removes the friction between them.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Developers keep writing Angular code the way they always have.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Designers keep working in Figma the way they always have.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The system bridges them automatically.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0" y="365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</a:rPr>
              <a:t>WHAT WE'RE ASKING FOR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0" y="8686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49240" y="9601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9784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Approval to proceed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Start with a 15-component pilot — low risk, high learning.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03520" y="22402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4924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2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897880" y="2350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30-min DevOps review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9788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To confirm secret storage meets security standards.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03520" y="36118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2E3F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349240" y="37033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897880" y="37216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team alignment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9788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One onboarding session to bring designers on board.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Angular–Figma Design-Dev Sync</dc:title>
  <dc:subject>PptxGenJS Presentation</dc:subject>
  <dc:creator>PptxGenJS</dc:creator>
  <cp:lastModifiedBy>PptxGenJS</cp:lastModifiedBy>
  <cp:revision>1</cp:revision>
  <dcterms:created xsi:type="dcterms:W3CDTF">2026-07-01T02:36:12Z</dcterms:created>
  <dcterms:modified xsi:type="dcterms:W3CDTF">2026-07-01T02:36:12Z</dcterms:modified>
</cp:coreProperties>
</file>